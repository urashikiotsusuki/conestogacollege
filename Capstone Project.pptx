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c93142b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c93142b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cdb2e4a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cdb2e4a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ce0988b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ce0988b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ce0988bd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ce0988bd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ce0988bd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ce0988bd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ce0988bd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ce0988bd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Capstone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Website design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-Jody Bhamra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-Chris Shewan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Goals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Is an attractive, updated and modern website that is able to display on smart devices.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Finally, new modern and sleek UI to attract more people onto the site.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competition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Other students who are doing this project.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Web.com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Adobe website software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And more...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ideas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We are going with a purple-gold design to be bright, and keep people’s attention on us.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Nice bolded fonts with </a:t>
            </a:r>
            <a:r>
              <a:rPr lang="en-GB"/>
              <a:t>signature</a:t>
            </a:r>
            <a:r>
              <a:rPr lang="en-GB"/>
              <a:t> texts. And implementing a login system for more control.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524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Neat, beautiful, and bright vivid design scheme.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With responsive, updated, html 5.0 website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Amazing layout and design that for sure to expand your business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we beat the competition 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-Great quality, affordable prices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-Custom painting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- </a:t>
            </a:r>
            <a:r>
              <a:rPr lang="en-GB"/>
              <a:t>Guaranteed</a:t>
            </a:r>
            <a:r>
              <a:rPr lang="en-GB"/>
              <a:t> </a:t>
            </a:r>
            <a:r>
              <a:rPr lang="en-GB"/>
              <a:t>satisfaction</a:t>
            </a:r>
            <a:r>
              <a:rPr lang="en-GB"/>
              <a:t> over our product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